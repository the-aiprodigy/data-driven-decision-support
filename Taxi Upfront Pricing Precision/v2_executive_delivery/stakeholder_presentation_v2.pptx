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presProps" Target="presProps.xml"/>
<Relationship Id="rId7" Type="http://schemas.openxmlformats.org/officeDocument/2006/relationships/viewProps" Target="viewProps.xml"/>
<Relationship Id="rId8" Type="http://schemas.openxmlformats.org/officeDocument/2006/relationships/tableStyles" Target="tableStyles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600" b="1"/>
              <a:t>Taxi Upfront Pricing Precision - V2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lstStyle/>
          <a:p>
            <a:r>
              <a:rPr lang="en-US" sz="2000"/>
              <a:t>• Executive summary</a:t>
            </a:r>
          </a:p>
          <a:p>
            <a:r>
              <a:rPr lang="en-US" sz="2000"/>
              <a:t>• High switch-rate drives fare surprise</a:t>
            </a:r>
          </a:p>
          <a:p>
            <a:r>
              <a:rPr lang="en-US" sz="2000"/>
              <a:t>• Top levers: GPS fallback + underprediction correction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600" b="1"/>
              <a:t>Key Findings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lstStyle/>
          <a:p>
            <a:r>
              <a:rPr lang="en-US" sz="2000"/>
              <a:t>• Switch rate is materially high</a:t>
            </a:r>
          </a:p>
          <a:p>
            <a:r>
              <a:rPr lang="en-US" sz="2000"/>
              <a:t>• Low GPS confidence is highest-risk segment</a:t>
            </a:r>
          </a:p>
          <a:p>
            <a:r>
              <a:rPr lang="en-US" sz="2000"/>
              <a:t>• Destination changes and regional variation matter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600" b="1"/>
              <a:t>Business Research Part 2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lstStyle/>
          <a:p>
            <a:r>
              <a:rPr lang="en-US" sz="2000"/>
              <a:t>• 3-arm A/B/n: control vs fallback vs fallback+uplift</a:t>
            </a:r>
          </a:p>
          <a:p>
            <a:r>
              <a:rPr lang="en-US" sz="2000"/>
              <a:t>• Primary KPI: switch rate</a:t>
            </a:r>
          </a:p>
          <a:p>
            <a:r>
              <a:rPr lang="en-US" sz="2000"/>
              <a:t>• Guardrails: conversion, cancellations, complaints, margin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600" b="1"/>
              <a:t>Recommendations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lstStyle/>
          <a:p>
            <a:r>
              <a:rPr lang="en-US" sz="2000"/>
              <a:t>• Pilot high-risk segments first</a:t>
            </a:r>
          </a:p>
          <a:p>
            <a:r>
              <a:rPr lang="en-US" sz="2000"/>
              <a:t>• Add monitoring and weekly recalibration</a:t>
            </a:r>
          </a:p>
          <a:p>
            <a:r>
              <a:rPr lang="en-US" sz="2000"/>
              <a:t>• Scale rollout with explicit success/rollback criteria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</Properties>
</file>

<file path=docProps/core.xml><?xml version="1.0" encoding="utf-8"?>
<cp:coreProperties xmlns:cp="http://schemas.openxmlformats.org/package/2006/metadata/core-properties" xmlns:dc="http://purl.org/dc/elements/1.1/">
  <dc:title>Taxi Upfront Pricing Precision V2</dc:title>
</cp:coreProperties>
</file>