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</p:sldMaster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/>
              <a:t>Taxi Upfront Pricing Precision - V2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2000"/>
              <a:t>Executive summary</a:t>
            </a:r>
          </a:p>
          <a:p>
            <a:r>
              <a:rPr lang="en-US" sz="2000"/>
              <a:t>High switch rate (&gt;20% error threshold) impacts trust</a:t>
            </a:r>
          </a:p>
          <a:p>
            <a:r>
              <a:rPr lang="en-US" sz="2000"/>
              <a:t>Two top actions: GPS fallback + underprediction correction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/>
              <a:t>Key Findings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2000"/>
              <a:t>Overall switch rate: 45.8%</a:t>
            </a:r>
          </a:p>
          <a:p>
            <a:r>
              <a:rPr lang="en-US" sz="2000"/>
              <a:t>Low GPS confidence has highest switch concentration</a:t>
            </a:r>
          </a:p>
          <a:p>
            <a:r>
              <a:rPr lang="en-US" sz="2000"/>
              <a:t>Destination changes and region differences are material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/>
              <a:t>Business Research Part 2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2000"/>
              <a:t>A/B/n design: Control vs GPS fallback vs GPS+uplift</a:t>
            </a:r>
          </a:p>
          <a:p>
            <a:r>
              <a:rPr lang="en-US" sz="2000"/>
              <a:t>Primary KPI: switch rate</a:t>
            </a:r>
          </a:p>
          <a:p>
            <a:r>
              <a:rPr lang="en-US" sz="2000"/>
              <a:t>Guardrails: conversion, cancel rate, complaints, margin</a:t>
            </a:r>
          </a:p>
        </p:txBody>
      </p:sp>
    </p:spTree>
  </p:cSld>
</p:sld>
</file>

<file path=ppt/slides/slide4.xml><?xml version="1.0" encoding="UTF-8" standalone="yes"?>
<p:sld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/>
<p:sp><p:nvSpPr><p:cNvPr id="2" name="Title"/><p:cNvSpPr/><p:nvPr/></p:nvSpPr><p:spPr/><p:txBody><a:bodyPr/><a:lstStyle/><a:p><a:r><a:rPr lang="en-US" sz="3600" b="1"/><a:t>Recommendations & Next Steps</a:t></a:r></a:p></p:txBody></p:sp>
<p:sp><p:nvSpPr><p:cNvPr id="3" name="Body"/><p:cNvSpPr/><p:nvPr/></p:nvSpPr><p:spPr/><p:txBody><a:bodyPr/><a:lstStyle/><a:p><a:r><a:rPr lang="en-US" sz="2000"/><a:t>Pilot in high-risk segments first</a:t></a:r></a:p><a:p><a:r><a:rPr lang="en-US" sz="2000"/><a:t>Use daily monitoring + weekly recalibration</a:t></a:r></a:p><a:p><a:r><a:rPr lang="en-US" sz="2000"/><a:t>Scale if >=5pp switch-rate reduction with neutral guardrails</a:t></a:r></a:p></p:txBody></p:sp>
</p:spTree></p:cSld>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>
  <dc:title>Taxi Upfront Pricing Precision V2</dc:title>
</cp:coreProperties>
</file>